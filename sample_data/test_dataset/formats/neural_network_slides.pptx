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Neural Network Forward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[Slide 1] A neuron combines input values using learned weights and a bias.</a:t>
            </a:r>
          </a:p>
        </p:txBody>
      </p:sp>
      <p:pic>
        <p:nvPicPr>
          <p:cNvPr id="4" name="Picture 3" descr="neural_networ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8412480" cy="31246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Activation and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[Slide 2] ReLU returns max(0, z).</a:t>
            </a:r>
          </a:p>
          <a:p>
            <a:pPr>
              <a:defRPr sz="2400">
                <a:solidFill>
                  <a:srgbClr val="233750"/>
                </a:solidFill>
              </a:defRPr>
            </a:pPr>
            <a:r>
              <a:t>For z = -2, the output is 0. For z = 5, the output is 5.</a:t>
            </a:r>
          </a:p>
          <a:p>
            <a:pPr>
              <a:defRPr sz="2000"/>
            </a:pPr>
            <a:r>
              <a:t>Check: identify the operation that occurs before activation.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